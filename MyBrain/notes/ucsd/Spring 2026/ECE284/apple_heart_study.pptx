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Large-Scale Assessment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a Smartwatch to Identify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Atrial Fibrillation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Perez et al. · The New England Journal of Medicine · 2019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743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Apple Heart Study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419,297 participants · 8 months · Siteless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Atrial Fibrillation (AFib)?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AFib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heart: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signals fire in a regular pattern → steady heartbeat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AFib: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signals in the atria become chaotic → heart beats irregularly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dangerous: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pools in the atria → clots can form → clots travel to the brain → stroke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 to catch: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paroxysmal (comes and goes). ECG looks normal between episodes. Can be asymptomatic.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41732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263640" y="141732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 the U.S.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AFib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194560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224028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63640" y="224028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risk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stroke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306324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~700K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63640" y="306324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undiagnosed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840480"/>
            <a:ext cx="3931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388620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63640" y="388620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risk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developing AFib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Detection Gap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Methods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ECG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2219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— misses paroxysmal episodes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Holter Monitor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999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24-48 hours — too short for infrequent AFib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Implantable Devices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776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surgery — high barrier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371600"/>
            <a:ext cx="384048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7492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Needed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7492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4960" y="1965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weeks/months, not hours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94960" y="2651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action required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33375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Non-invasive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35661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surgery, no prescriptions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7492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94960" y="4023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Low-barrier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94960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devices people already own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Apple Watch + PPG sensor could fill this gap. But can it reliably detect AFib in everyday use?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Design at a Glance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508760" cy="365760"/>
          </a:xfrm>
          <a:prstGeom prst="roundRect">
            <a:avLst>
              <a:gd name="adj" fmla="val 375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1325880"/>
            <a:ext cx="1508760" cy="365760"/>
          </a:xfrm>
          <a:prstGeom prst="roundRect">
            <a:avLst>
              <a:gd name="adj" fmla="val 37500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325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Single-arm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1325880"/>
            <a:ext cx="1508760" cy="365760"/>
          </a:xfrm>
          <a:prstGeom prst="roundRect">
            <a:avLst>
              <a:gd name="adj" fmla="val 375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325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Open-label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1325880"/>
            <a:ext cx="1508760" cy="365760"/>
          </a:xfrm>
          <a:prstGeom prst="roundRect">
            <a:avLst>
              <a:gd name="adj" fmla="val 37500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0" y="1325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Siteless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1325880"/>
            <a:ext cx="1508760" cy="365760"/>
          </a:xfrm>
          <a:prstGeom prst="roundRect">
            <a:avLst>
              <a:gd name="adj" fmla="val 3750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1325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92024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242316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419,297 participants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≥ 22, U.S. residents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Apple Watch + iPhone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Self-reported: no prior AFib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192024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74720" y="242316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2017 – Aug 2018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months of recruitment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117 days monitoring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End-of-study survey by Jan 2019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192024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09360" y="2011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Siteless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242316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site visits at all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via app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for consultations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patch mailed to participants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44622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Outcomes: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% of notified participants with AFib on ECG patch  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Positive predictive value of irregular tachograms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Detection Algorithm Works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554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15544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371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Sensor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LED + light sensor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Apple Watch.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blood flow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at the wrist.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47088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57400" y="1371600"/>
            <a:ext cx="1554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57400" y="1371600"/>
            <a:ext cx="15544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2057400" y="1371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Tachogram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187452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1-minute recording of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intervals.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Passive, intermittent,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user is at rest.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30168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40480" y="1371600"/>
            <a:ext cx="1554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0" y="1371600"/>
            <a:ext cx="155448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1371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187452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checks if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intervals are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or irregular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variability.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13248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23560" y="1371600"/>
            <a:ext cx="1554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23560" y="1371600"/>
            <a:ext cx="15544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5623560" y="1371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Multi-Confirm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15000" y="187452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MULTIPLE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tachograms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issuing a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196328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06640" y="1371600"/>
            <a:ext cx="1554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06640" y="1371600"/>
            <a:ext cx="155448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8" name="Text 26"/>
          <p:cNvSpPr/>
          <p:nvPr/>
        </p:nvSpPr>
        <p:spPr>
          <a:xfrm>
            <a:off x="7406640" y="1371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98080" y="1874520"/>
            <a:ext cx="1371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gets one alert.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Subsequent data is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but NOT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to user.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5800" y="41148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Choice: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tachogram PPV = 0.71  →  After multi-confirmation, notification PPV = 0.84.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Requiring multiple irregular readings before alerting the user significantly reduces false alarms.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the Notification: Verification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444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Pulse Notification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via app to user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3172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73152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2542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Visit #1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 confirms eligibility, checks for urgent symptoms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3172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566160"/>
            <a:ext cx="73152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1560" y="3639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Patch (ePatch) Mailed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977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Worn up to 7 days, records continuous ECG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137160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371600"/>
            <a:ext cx="73152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40680" y="1444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Returned &amp; Read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1783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clinicians independently read; committee resolves disagreements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2084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46320" y="246888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468880"/>
            <a:ext cx="73152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2542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Visit #2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discussed; participant directed to follow-up care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2084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846320" y="356616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566160"/>
            <a:ext cx="73152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440680" y="3639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Follow-up Survey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40680" y="3977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see a doctor? New medications? New diagnosis?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480560" y="2286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0080" y="44622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Attrition: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2,161 notified  →  945 completed visit  →  658 shipped patch  →  450 returned analyzable patch (20.8%)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1: Who Got Notified?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004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71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0.52%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participants received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irregular pulse notification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1371600"/>
            <a:ext cx="46634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1417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Rate by 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51960" y="18013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65 yr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57800" y="1819656"/>
            <a:ext cx="2560320" cy="16459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18013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3.14%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51960" y="20482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55-64 yr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57800" y="2066544"/>
            <a:ext cx="1097280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0482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51960" y="22951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40-54 yr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57800" y="2313432"/>
            <a:ext cx="301752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605272" y="229514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51960" y="2542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22-39 yr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57800" y="2560320"/>
            <a:ext cx="128016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431536" y="2542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82296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Take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3429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 notification rate (0.52%) shows the algorithm is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conservative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prioritizes not bothering users unnecessarily over catching every case. This is a design choice, not a flaw. But it also means we 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know how many true AFib cases were missed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 sensitivity data). The study was not designed to answer that question.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" y="42062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Sensitivity vs. PPV  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= of all people who truly have AFib, how many did the watch catch?  (Not measured here)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PPV = of all people the watch flagged, how many actually had AFib?  (This is what the study measures)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2: Did the Notifications Find Real AFib?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200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notified participants had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AFib confirmed on ECG patch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(153 / 450, 97.5% CI: 29–39%)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1371600"/>
            <a:ext cx="475488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6052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34% mean 66% were false positives?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60520" y="18288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authors explicitly address this: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ECG patch was applied on average 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days after notification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AFib is often paroxysmal — the episode may have ended by then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34% is a 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estimate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ceiling on true positives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Among confirmed AFib: 89% had episodes lasting ≥ 1 hour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2918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Concept: Confidence Interval (CI) 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"97.5% CI: 29–39%" means: if we repeated this study many times, 97.5% of the time the true value would fall between 29% and 39%. Wider CI = more uncertainty, narrower CI = more precision.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Take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41655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450 out of 2,161 notified participants (20.8%) returned an analyzable ECG patch. The authors note that baseline characteristics were similar between those who returned patches and those who didn't. But we cannot be certain the 34% yield generalizes to the 80% who did not return patches — their AFib status is simply unknown.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3: How Accurate Were the Alerts?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Tachogram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PPV = 0.71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 CI: 0.69 – 0.74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of individual irregular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matched AFib on ECG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348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38404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Multi-Confirmation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691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PPV = 0.84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029200" y="2240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0.76 – 0.92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of notifications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confirmed as AFib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127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about the irregular readings that weren't AFib?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49300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600 irregular tachograms without AFib on simultaneous ECG: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77% — frequent premature atrial contractions (PACs)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38% — atrial tachycardia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16% — frequent premature ventricular contractions (PVCs)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Only 4.7% — sinus arrhythmia alone (truly "nothing wrong")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44165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Take: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the algorithm "got it wrong," it was mostly detecting real cardiac abnormalities — not noise. Only ~5% were truly benign. The clinical significance of these non-AFib findings (PACs, PVCs) deserves further study.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4: Did Notifications Change Behavior?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630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920240" y="1463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 a healthcare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outside the study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4630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126480" y="1463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prescribed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medication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697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192024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recommended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see a specialist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60604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2697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126480" y="2697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 some form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medical provider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395935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End-of-Study: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of notified participants reported a new AFib diagnosis  vs.  only 1.0% of non-notified participants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45994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1,038 adverse events reviewed. 16 app-related (15 were anxiety). No serious app-related adverse events.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OPEN QUESTIONS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Study Cannot Tell 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99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Sensitivity / Specificity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733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design. Only PPV was measured.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know how many true AFib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the watch missed.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46120" y="1399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state this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542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ECG Patch Return Rate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8163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20.8% returned patches.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yield may not generalize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other 80%.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46120" y="2542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state this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685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Eligibility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9593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notified participants later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prior AFib history.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verification at enrollment.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46120" y="3685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state this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132588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1399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Skew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16733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age 41, 68% white.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Apple Watch owners,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high-risk AFib population.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43800" y="1399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state this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246888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2542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Hard Endpoints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28163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detection, not outcomes.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earlier detection reduce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or mortality? Unknown.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543800" y="2542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addressed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361188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3685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&amp; Skin Tone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39593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signal quality varies with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pigmentation. 81% of notified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was white. No subgroup analysis.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543800" y="3685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addressed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state this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acknowledged in the paper     </a:t>
            </a:r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addressed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our observation, outside the paper's scope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watch's notification algorithm has a PPV of 0.84 — when it alerts, it's usually right.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0.52% of users were notified — the algorithm is conservative by design.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 of notified participants had AFib confirmed on ECG. This is a floor, not a ceiling.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drove real clinical action: 57% saw a doctor, 28% got new prescriptions.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229600" cy="0"/>
          </a:xfrm>
          <a:prstGeom prst="line">
            <a:avLst/>
          </a:prstGeom>
          <a:noFill/>
          <a:ln w="1016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Remains Open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611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detecting AFib earlier actually reduce stroke, death, or disability? (Needs RCTs)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9593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9593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algorithm perform across diverse skin tones and age groups?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30682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3068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becomes a consumer feature — who is liable for a missed or false diagnosis?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6542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6542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FDA regulation adapt to consumer-grade medical monitoring tools?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 Heart Study - Perez et al. NEJM 2019</dc:title>
  <dc:subject>PptxGenJS Presentation</dc:subject>
  <dc:creator>Presenter</dc:creator>
  <cp:lastModifiedBy>Presenter</cp:lastModifiedBy>
  <cp:revision>1</cp:revision>
  <dcterms:created xsi:type="dcterms:W3CDTF">2026-04-16T07:24:27Z</dcterms:created>
  <dcterms:modified xsi:type="dcterms:W3CDTF">2026-04-16T07:24:27Z</dcterms:modified>
</cp:coreProperties>
</file>